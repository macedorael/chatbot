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61" r:id="rId3"/>
    <p:sldId id="267" r:id="rId4"/>
    <p:sldId id="270" r:id="rId5"/>
    <p:sldId id="271" r:id="rId6"/>
    <p:sldId id="258" r:id="rId7"/>
    <p:sldId id="272" r:id="rId8"/>
    <p:sldId id="273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CAE60-F720-402C-BC3F-789BD5E51624}" type="datetimeFigureOut">
              <a:rPr lang="pt-BR" smtClean="0"/>
              <a:t>18/11/2024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8C4FBD-A59C-42BC-B3B4-6037342F10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41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96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FE483E9-07A1-7BFA-4FE9-4F3211E5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723AEC7-562F-4C10-8CA4-81A0D12F279C}" type="datetimeFigureOut">
              <a:rPr lang="pt-BR" smtClean="0"/>
              <a:t>18/11/2024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E062600-D79F-1025-9EF8-56FAF4898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29F5BE-C240-12E1-21D4-3F55FA2BD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20DF10-2B03-4628-B99C-796F6DBA30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564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omida em cima da mesa">
            <a:extLst>
              <a:ext uri="{FF2B5EF4-FFF2-40B4-BE49-F238E27FC236}">
                <a16:creationId xmlns:a16="http://schemas.microsoft.com/office/drawing/2014/main" id="{75948929-4DB8-AE11-6DB4-A32D79180C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5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823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ec2-100-24-8-154.compute-1.amazonaws.com:5000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230816-B35E-707B-CB76-5BD5856348E1}"/>
              </a:ext>
            </a:extLst>
          </p:cNvPr>
          <p:cNvSpPr txBox="1"/>
          <p:nvPr/>
        </p:nvSpPr>
        <p:spPr>
          <a:xfrm>
            <a:off x="1113809" y="2960716"/>
            <a:ext cx="4304167" cy="2387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NUTRIBOT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774875-E9EE-983D-D602-C3A52E1B832E}"/>
              </a:ext>
            </a:extLst>
          </p:cNvPr>
          <p:cNvSpPr txBox="1"/>
          <p:nvPr/>
        </p:nvSpPr>
        <p:spPr>
          <a:xfrm>
            <a:off x="775539" y="3321722"/>
            <a:ext cx="4808682" cy="8650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Onde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tecnologia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encontra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saúde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!”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Desenho de uma pessoa&#10;&#10;Descrição gerada automaticamente">
            <a:extLst>
              <a:ext uri="{FF2B5EF4-FFF2-40B4-BE49-F238E27FC236}">
                <a16:creationId xmlns:a16="http://schemas.microsoft.com/office/drawing/2014/main" id="{7C0DDDF6-EFFC-D2FA-3A67-10786C8DF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264" y="962848"/>
            <a:ext cx="4931668" cy="4931668"/>
          </a:xfrm>
          <a:prstGeom prst="rect">
            <a:avLst/>
          </a:prstGeom>
        </p:spPr>
      </p:pic>
      <p:pic>
        <p:nvPicPr>
          <p:cNvPr id="2" name="Imagem 1" descr="Comida em cima da mesa">
            <a:extLst>
              <a:ext uri="{FF2B5EF4-FFF2-40B4-BE49-F238E27FC236}">
                <a16:creationId xmlns:a16="http://schemas.microsoft.com/office/drawing/2014/main" id="{F35DB240-8DCE-0C14-E6A5-79E764BA6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30" y="-22833"/>
            <a:ext cx="1205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18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45AA9A0-6F0A-6875-3EF2-CF8AB1A8BCA4}"/>
              </a:ext>
            </a:extLst>
          </p:cNvPr>
          <p:cNvSpPr txBox="1"/>
          <p:nvPr/>
        </p:nvSpPr>
        <p:spPr>
          <a:xfrm>
            <a:off x="596463" y="232470"/>
            <a:ext cx="10841286" cy="213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dirty="0">
                <a:latin typeface="+mj-lt"/>
                <a:ea typeface="+mj-ea"/>
                <a:cs typeface="+mj-cs"/>
              </a:rPr>
              <a:t>Time </a:t>
            </a:r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NUTRIBOT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7CF48FAE-929D-263E-D157-713253622B0F}"/>
              </a:ext>
            </a:extLst>
          </p:cNvPr>
          <p:cNvSpPr/>
          <p:nvPr/>
        </p:nvSpPr>
        <p:spPr>
          <a:xfrm>
            <a:off x="1264956" y="2238424"/>
            <a:ext cx="1534332" cy="1824368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D8A2B4B-1BED-9448-E88A-BCBE050AF6C2}"/>
              </a:ext>
            </a:extLst>
          </p:cNvPr>
          <p:cNvSpPr/>
          <p:nvPr/>
        </p:nvSpPr>
        <p:spPr>
          <a:xfrm>
            <a:off x="3190281" y="2221791"/>
            <a:ext cx="1546877" cy="18243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074E4CA3-6C93-30E7-0837-A0DD1C071586}"/>
              </a:ext>
            </a:extLst>
          </p:cNvPr>
          <p:cNvSpPr/>
          <p:nvPr/>
        </p:nvSpPr>
        <p:spPr>
          <a:xfrm>
            <a:off x="5130898" y="2206293"/>
            <a:ext cx="1546877" cy="1824368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FE552D1-F394-6954-71CC-9D53B469AB5D}"/>
              </a:ext>
            </a:extLst>
          </p:cNvPr>
          <p:cNvSpPr/>
          <p:nvPr/>
        </p:nvSpPr>
        <p:spPr>
          <a:xfrm>
            <a:off x="7100178" y="2194112"/>
            <a:ext cx="1546877" cy="1824368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AFCEA8F1-BADA-F89C-E410-5BB8539574E0}"/>
              </a:ext>
            </a:extLst>
          </p:cNvPr>
          <p:cNvSpPr/>
          <p:nvPr/>
        </p:nvSpPr>
        <p:spPr>
          <a:xfrm>
            <a:off x="9181526" y="2147984"/>
            <a:ext cx="1546877" cy="1824368"/>
          </a:xfrm>
          <a:prstGeom prst="ellipse">
            <a:avLst/>
          </a:prstGeom>
          <a:blipFill>
            <a:blip r:embed="rId6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D1EAAB6F-CD6E-B6CD-E395-16DB28A61740}"/>
              </a:ext>
            </a:extLst>
          </p:cNvPr>
          <p:cNvSpPr/>
          <p:nvPr/>
        </p:nvSpPr>
        <p:spPr>
          <a:xfrm>
            <a:off x="1264956" y="2198920"/>
            <a:ext cx="1534332" cy="1824368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E5CBAE56-24E0-CF03-FFEF-EF5CD2AD7E96}"/>
              </a:ext>
            </a:extLst>
          </p:cNvPr>
          <p:cNvSpPr/>
          <p:nvPr/>
        </p:nvSpPr>
        <p:spPr>
          <a:xfrm>
            <a:off x="3188195" y="2182287"/>
            <a:ext cx="1546877" cy="1824368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96D2AB7-17ED-FA92-8BAD-97B464BBBFC2}"/>
              </a:ext>
            </a:extLst>
          </p:cNvPr>
          <p:cNvSpPr txBox="1"/>
          <p:nvPr/>
        </p:nvSpPr>
        <p:spPr>
          <a:xfrm>
            <a:off x="3147677" y="4215289"/>
            <a:ext cx="1633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Israel Macedo da Silva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4F99717-E29C-0414-34E9-2AFDEB1BD6DA}"/>
              </a:ext>
            </a:extLst>
          </p:cNvPr>
          <p:cNvSpPr txBox="1"/>
          <p:nvPr/>
        </p:nvSpPr>
        <p:spPr>
          <a:xfrm>
            <a:off x="7268700" y="4246285"/>
            <a:ext cx="1332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Erick Felix de Oliveira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9C7D71F-9184-49DE-3372-3674B9F5279A}"/>
              </a:ext>
            </a:extLst>
          </p:cNvPr>
          <p:cNvSpPr txBox="1"/>
          <p:nvPr/>
        </p:nvSpPr>
        <p:spPr>
          <a:xfrm>
            <a:off x="5369588" y="4137799"/>
            <a:ext cx="11015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Carlos Altomare Catão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1B9134B-B938-21B8-C983-381FF879AB3C}"/>
              </a:ext>
            </a:extLst>
          </p:cNvPr>
          <p:cNvSpPr txBox="1"/>
          <p:nvPr/>
        </p:nvSpPr>
        <p:spPr>
          <a:xfrm>
            <a:off x="1373442" y="4118123"/>
            <a:ext cx="1294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Frederico Pizzi Melchior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DD270C7-6902-395A-E7B7-C67E75015DA4}"/>
              </a:ext>
            </a:extLst>
          </p:cNvPr>
          <p:cNvSpPr txBox="1"/>
          <p:nvPr/>
        </p:nvSpPr>
        <p:spPr>
          <a:xfrm>
            <a:off x="9088538" y="4199791"/>
            <a:ext cx="176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Paulo Henrique de Oliveira Carvalho</a:t>
            </a:r>
          </a:p>
        </p:txBody>
      </p:sp>
      <p:pic>
        <p:nvPicPr>
          <p:cNvPr id="30" name="Imagem 29" descr="Comida em cima da mesa">
            <a:extLst>
              <a:ext uri="{FF2B5EF4-FFF2-40B4-BE49-F238E27FC236}">
                <a16:creationId xmlns:a16="http://schemas.microsoft.com/office/drawing/2014/main" id="{FA55D2C8-E1F1-5A34-ABF2-69E85616BF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542" y="-16133"/>
            <a:ext cx="12057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0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77089-0B27-01F4-EE2C-2835A0CC7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C21C277-B99E-1BFF-4F94-2FD57621F973}"/>
              </a:ext>
            </a:extLst>
          </p:cNvPr>
          <p:cNvSpPr txBox="1"/>
          <p:nvPr/>
        </p:nvSpPr>
        <p:spPr>
          <a:xfrm>
            <a:off x="462366" y="473860"/>
            <a:ext cx="11267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Sobre o </a:t>
            </a:r>
            <a:r>
              <a:rPr 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endParaRPr 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 descr="Mulher com vestido branco&#10;&#10;Descrição gerada automaticamente">
            <a:extLst>
              <a:ext uri="{FF2B5EF4-FFF2-40B4-BE49-F238E27FC236}">
                <a16:creationId xmlns:a16="http://schemas.microsoft.com/office/drawing/2014/main" id="{E8D5C428-6330-AC4C-C47D-FC03DD2A5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96" y="1660471"/>
            <a:ext cx="4056358" cy="2704239"/>
          </a:xfrm>
          <a:prstGeom prst="rect">
            <a:avLst/>
          </a:prstGeom>
        </p:spPr>
      </p:pic>
      <p:sp>
        <p:nvSpPr>
          <p:cNvPr id="7" name="Seta: da Esquerda para a Direita 6">
            <a:extLst>
              <a:ext uri="{FF2B5EF4-FFF2-40B4-BE49-F238E27FC236}">
                <a16:creationId xmlns:a16="http://schemas.microsoft.com/office/drawing/2014/main" id="{D3138298-F341-3A84-D73C-4A2256B7F22A}"/>
              </a:ext>
            </a:extLst>
          </p:cNvPr>
          <p:cNvSpPr/>
          <p:nvPr/>
        </p:nvSpPr>
        <p:spPr>
          <a:xfrm>
            <a:off x="5734374" y="2650210"/>
            <a:ext cx="1642820" cy="778790"/>
          </a:xfrm>
          <a:prstGeom prst="left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91CBC4-BB3A-51D4-F5F7-6012E0C3DC65}"/>
              </a:ext>
            </a:extLst>
          </p:cNvPr>
          <p:cNvSpPr txBox="1"/>
          <p:nvPr/>
        </p:nvSpPr>
        <p:spPr>
          <a:xfrm>
            <a:off x="2045781" y="4897464"/>
            <a:ext cx="836908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NÃO SUBSTITUE A SUPERVISÃO E O ACOMPANHAMENTO</a:t>
            </a:r>
          </a:p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FERRAMENTA AUXILIAR COMPLEMENTAR NÃO SUBSTITUTIVA</a:t>
            </a:r>
          </a:p>
          <a:p>
            <a:pPr algn="ctr"/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VISA AGREGAR VALOR AO ATENDIMENTO NUTRICIONAL</a:t>
            </a:r>
          </a:p>
          <a:p>
            <a:pPr algn="ctr"/>
            <a:endParaRPr lang="pt-BR" b="1" dirty="0"/>
          </a:p>
        </p:txBody>
      </p:sp>
      <p:pic>
        <p:nvPicPr>
          <p:cNvPr id="5" name="Imagem 4" descr="Desenho de uma pessoa&#10;&#10;Descrição gerada automaticamente">
            <a:extLst>
              <a:ext uri="{FF2B5EF4-FFF2-40B4-BE49-F238E27FC236}">
                <a16:creationId xmlns:a16="http://schemas.microsoft.com/office/drawing/2014/main" id="{39E0634C-C6C1-F90F-C479-D0221D46F7A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313" y="1462073"/>
            <a:ext cx="3099660" cy="309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87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CC1F-401B-E877-9293-A225AC1F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3626116-8D45-2EC2-3DE2-CB8BF8F52304}"/>
              </a:ext>
            </a:extLst>
          </p:cNvPr>
          <p:cNvSpPr txBox="1"/>
          <p:nvPr/>
        </p:nvSpPr>
        <p:spPr>
          <a:xfrm>
            <a:off x="462366" y="373387"/>
            <a:ext cx="11267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O que é o </a:t>
            </a:r>
            <a:r>
              <a:rPr 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endParaRPr 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 descr="Mesa com vários pratos de comida&#10;&#10;Descrição gerada automaticamente">
            <a:extLst>
              <a:ext uri="{FF2B5EF4-FFF2-40B4-BE49-F238E27FC236}">
                <a16:creationId xmlns:a16="http://schemas.microsoft.com/office/drawing/2014/main" id="{721A40BC-6C75-E504-072F-433ED0FB9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66" y="2102775"/>
            <a:ext cx="4618495" cy="3078997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D19E0A3-BB32-F0D0-B980-40736D27B98B}"/>
              </a:ext>
            </a:extLst>
          </p:cNvPr>
          <p:cNvGrpSpPr/>
          <p:nvPr/>
        </p:nvGrpSpPr>
        <p:grpSpPr>
          <a:xfrm>
            <a:off x="5451462" y="2731363"/>
            <a:ext cx="6453411" cy="1938992"/>
            <a:chOff x="5497957" y="1940949"/>
            <a:chExt cx="6453411" cy="1938992"/>
          </a:xfrm>
        </p:grpSpPr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C4DCB86A-3CBC-E964-AD5A-139CED84AF45}"/>
                </a:ext>
              </a:extLst>
            </p:cNvPr>
            <p:cNvSpPr txBox="1"/>
            <p:nvPr/>
          </p:nvSpPr>
          <p:spPr>
            <a:xfrm>
              <a:off x="5497957" y="1940949"/>
              <a:ext cx="645341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NUTRIBOT                   CHATBOT</a:t>
              </a:r>
            </a:p>
            <a:p>
              <a:pPr algn="ctr"/>
              <a:endParaRPr lang="pt-BR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SE UTILIZA DE INTELIGÊNCIA ARTIFICIAL</a:t>
              </a:r>
            </a:p>
            <a:p>
              <a:pPr algn="ctr"/>
              <a:r>
                <a:rPr lang="pt-B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 OS INGREDIENTES SÃO INFORMADOS</a:t>
              </a:r>
            </a:p>
            <a:p>
              <a:pPr algn="ctr"/>
              <a:r>
                <a:rPr lang="pt-B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O VALOR CALÓRICO É INFORMADO</a:t>
              </a:r>
            </a:p>
            <a:p>
              <a:pPr algn="ctr"/>
              <a:r>
                <a:rPr lang="pt-BR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GERA UMA SUGESTÃO DE RECEITA</a:t>
              </a:r>
            </a:p>
          </p:txBody>
        </p: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818F61A6-6B64-C9CC-0D90-6C65E85ADD80}"/>
                </a:ext>
              </a:extLst>
            </p:cNvPr>
            <p:cNvSpPr/>
            <p:nvPr/>
          </p:nvSpPr>
          <p:spPr>
            <a:xfrm>
              <a:off x="8598571" y="2021304"/>
              <a:ext cx="497305" cy="208547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4767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6C62-0A5D-8460-36DC-75709CDF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FB2C44-397C-12EF-B375-D40C62EFD08A}"/>
              </a:ext>
            </a:extLst>
          </p:cNvPr>
          <p:cNvSpPr txBox="1"/>
          <p:nvPr/>
        </p:nvSpPr>
        <p:spPr>
          <a:xfrm>
            <a:off x="462366" y="418457"/>
            <a:ext cx="112672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Objetivos do </a:t>
            </a:r>
            <a:r>
              <a:rPr 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endParaRPr 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06CC3A9-225B-7466-DDB0-755889A59AC0}"/>
              </a:ext>
            </a:extLst>
          </p:cNvPr>
          <p:cNvSpPr txBox="1"/>
          <p:nvPr/>
        </p:nvSpPr>
        <p:spPr>
          <a:xfrm>
            <a:off x="5497957" y="1940949"/>
            <a:ext cx="64534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EMPODERAMENTO  DOS NUTRICIONISTAS                 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LIBERDADE DE ESCOLHA PARA OS PACIENTES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CONVENIÊNCIA E ECONOMIA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MANTER O FOCO DOS PACIENTES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RESPEITAR AS RESTRIÇÕES ESTABELECIDAS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 descr="Mão segurando prato com comida&#10;&#10;Descrição gerada automaticamente">
            <a:extLst>
              <a:ext uri="{FF2B5EF4-FFF2-40B4-BE49-F238E27FC236}">
                <a16:creationId xmlns:a16="http://schemas.microsoft.com/office/drawing/2014/main" id="{858A0B85-2E6C-0D52-51C1-92C01B452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47" y="1370570"/>
            <a:ext cx="3345827" cy="50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55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749EF-90A3-1B3E-501E-6216BC98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33E680-34B6-177E-0ED8-09D829653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7F8A0A-7FE2-8D03-A426-7ED10F8FB974}"/>
              </a:ext>
            </a:extLst>
          </p:cNvPr>
          <p:cNvSpPr txBox="1"/>
          <p:nvPr/>
        </p:nvSpPr>
        <p:spPr>
          <a:xfrm>
            <a:off x="1405055" y="910623"/>
            <a:ext cx="9642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APRESENTAÇÃO DO APLICATIVO</a:t>
            </a:r>
          </a:p>
        </p:txBody>
      </p:sp>
      <p:pic>
        <p:nvPicPr>
          <p:cNvPr id="3" name="Imagem 2" descr="Desenho de uma pessoa&#10;&#10;Descrição gerada automaticamente">
            <a:hlinkClick r:id="rId2"/>
            <a:extLst>
              <a:ext uri="{FF2B5EF4-FFF2-40B4-BE49-F238E27FC236}">
                <a16:creationId xmlns:a16="http://schemas.microsoft.com/office/drawing/2014/main" id="{7C11621A-970A-8176-CF00-B33F4E652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844" y="2076773"/>
            <a:ext cx="4249233" cy="424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88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85B11B-C372-69BE-E654-2817F6101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75EBFA-4DF6-835A-8FD3-5EF1727F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2005972-80E9-92CB-4F16-D07A22E2B1D3}"/>
              </a:ext>
            </a:extLst>
          </p:cNvPr>
          <p:cNvSpPr txBox="1"/>
          <p:nvPr/>
        </p:nvSpPr>
        <p:spPr>
          <a:xfrm>
            <a:off x="1405055" y="910623"/>
            <a:ext cx="9642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9F77C1-6725-0BD2-E947-2A164EB89E9A}"/>
              </a:ext>
            </a:extLst>
          </p:cNvPr>
          <p:cNvSpPr txBox="1"/>
          <p:nvPr/>
        </p:nvSpPr>
        <p:spPr>
          <a:xfrm>
            <a:off x="1748160" y="3169296"/>
            <a:ext cx="92989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altLang="pt-B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NutriBot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“Onde a tecnologia encontra a saúde.”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Impactos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055688" marR="0" lvl="0" indent="-342900" algn="just" defTabSz="10699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Empoderamento dos nutricionistas.</a:t>
            </a:r>
          </a:p>
          <a:p>
            <a:pPr marL="1055688" marR="0" lvl="0" indent="-342900" algn="just" defTabSz="10699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Conveniência e liberdade para pacientes.</a:t>
            </a:r>
          </a:p>
          <a:p>
            <a:pPr marL="1055688" marR="0" lvl="0" indent="-342900" algn="just" defTabSz="10699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Suporte ao foco em metas e restrições alimentares.</a:t>
            </a:r>
          </a:p>
        </p:txBody>
      </p:sp>
      <p:pic>
        <p:nvPicPr>
          <p:cNvPr id="4" name="Imagem 3" descr="Desenho de uma pessoa&#10;&#10;Descrição gerada automaticamente">
            <a:extLst>
              <a:ext uri="{FF2B5EF4-FFF2-40B4-BE49-F238E27FC236}">
                <a16:creationId xmlns:a16="http://schemas.microsoft.com/office/drawing/2014/main" id="{15026A68-B437-63CB-92D0-B5D3DD3E5C0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03" y="136256"/>
            <a:ext cx="2726410" cy="272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3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EC083E-36CF-4713-A9C8-F35B6C6CB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17E393-2204-D2FC-ADE8-AEDCBAC26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7A6738-85D3-D745-3C4B-13076C40B61E}"/>
              </a:ext>
            </a:extLst>
          </p:cNvPr>
          <p:cNvSpPr txBox="1"/>
          <p:nvPr/>
        </p:nvSpPr>
        <p:spPr>
          <a:xfrm>
            <a:off x="1513541" y="910623"/>
            <a:ext cx="9642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AGRADECIMENTOS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025D929-6127-C74D-F076-7D891F3F3957}"/>
              </a:ext>
            </a:extLst>
          </p:cNvPr>
          <p:cNvSpPr txBox="1"/>
          <p:nvPr/>
        </p:nvSpPr>
        <p:spPr>
          <a:xfrm>
            <a:off x="1576607" y="3169296"/>
            <a:ext cx="92989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Gratidão ao Time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55688" lvl="1" indent="-342900">
              <a:buFont typeface="Wingdings" panose="05000000000000000000" pitchFamily="2" charset="2"/>
              <a:buChar char="Ø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Israel Macedo da Silva</a:t>
            </a:r>
          </a:p>
          <a:p>
            <a:pPr marL="1055688" lvl="1" indent="-342900">
              <a:buFont typeface="Wingdings" panose="05000000000000000000" pitchFamily="2" charset="2"/>
              <a:buChar char="Ø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Erick Felix de Oliveira</a:t>
            </a:r>
          </a:p>
          <a:p>
            <a:pPr marL="1055688" lvl="1" indent="-342900">
              <a:buFont typeface="Wingdings" panose="05000000000000000000" pitchFamily="2" charset="2"/>
              <a:buChar char="Ø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Carlos Altomare Catão</a:t>
            </a:r>
          </a:p>
          <a:p>
            <a:pPr marL="1055688" lvl="1" indent="-342900">
              <a:buFont typeface="Wingdings" panose="05000000000000000000" pitchFamily="2" charset="2"/>
              <a:buChar char="Ø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Frederico Pizzi Melchior</a:t>
            </a:r>
          </a:p>
          <a:p>
            <a:pPr marL="1055688" lvl="1" indent="-342900">
              <a:buFont typeface="Wingdings" panose="05000000000000000000" pitchFamily="2" charset="2"/>
              <a:buChar char="Ø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Paulo Henrique de Oliveira Carvalho</a:t>
            </a:r>
          </a:p>
          <a:p>
            <a:pPr marL="712788" lvl="1"/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"Transformando o cuidado nutricional com inovação!"</a:t>
            </a:r>
          </a:p>
          <a:p>
            <a:pPr marL="712788" marR="0" lvl="0" algn="just" defTabSz="10699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FE9E6C-4D0C-F213-A855-16462A12D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239" y="429727"/>
            <a:ext cx="1767931" cy="237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6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29571-1282-895F-D4B0-CD112EF8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2E47E0-4DAE-927B-10A0-F6FD80BEC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B84A79-D920-D648-1E89-CDD581C68432}"/>
              </a:ext>
            </a:extLst>
          </p:cNvPr>
          <p:cNvSpPr txBox="1"/>
          <p:nvPr/>
        </p:nvSpPr>
        <p:spPr>
          <a:xfrm>
            <a:off x="2371241" y="1875295"/>
            <a:ext cx="708272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latin typeface="Arial" panose="020B0604020202020204" pitchFamily="34" charset="0"/>
                <a:cs typeface="Arial" panose="020B0604020202020204" pitchFamily="34" charset="0"/>
              </a:rPr>
              <a:t>OBRIGADO !!!</a:t>
            </a:r>
          </a:p>
        </p:txBody>
      </p:sp>
    </p:spTree>
    <p:extLst>
      <p:ext uri="{BB962C8B-B14F-4D97-AF65-F5344CB8AC3E}">
        <p14:creationId xmlns:p14="http://schemas.microsoft.com/office/powerpoint/2010/main" val="820332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173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Arial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Altomare Catao</dc:creator>
  <cp:lastModifiedBy>Carlos Altomare Catao</cp:lastModifiedBy>
  <cp:revision>34</cp:revision>
  <dcterms:created xsi:type="dcterms:W3CDTF">2024-11-04T15:39:21Z</dcterms:created>
  <dcterms:modified xsi:type="dcterms:W3CDTF">2024-11-18T18:42:45Z</dcterms:modified>
</cp:coreProperties>
</file>